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Inter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FiraCode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41.png"/><Relationship Id="rId6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40559"/>
            <a:ext cx="106680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870769"/>
            <a:ext cx="1120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WORKSPACE FOUNDATION: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TECHNICAL ONBOARDING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432869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Escalando el desarrollo con IA, Estándares y Automatización.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90625" y="4431059"/>
            <a:ext cx="9858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8C00"/>
                </a:solidFill>
                <a:latin typeface="Fira Code"/>
                <a:ea typeface="Fira Code"/>
                <a:cs typeface="Fira Code"/>
                <a:sym typeface="Fira Code"/>
              </a:rPr>
              <a:t>"De la configuración al primer commit en 5 minutos"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26022"/>
            <a:ext cx="3365450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26022"/>
            <a:ext cx="3365450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26022"/>
            <a:ext cx="3365599" cy="254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148113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Impacto Final: Eliminación total del fatídico "en mi máquina funciona".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3083272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SISTEMA DE PLANTILLAS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3483322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Bootstrap automático de entornos replicables y consistentes para todo el equipo.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08475" y="3083272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ORQUESTADOR DE IA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08475" y="3483322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Capa de abstracción avanzada para Claude, OpenAI y modelos locales (Ollama).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9675" y="3083272"/>
            <a:ext cx="291380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GUARDIANES DE CALIDAD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59675" y="3740497"/>
            <a:ext cx="2775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Hooks de Git integrados que auditan automáticamente el código antes de cada push.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54987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54987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54987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¿QUÉ ES REALMENTE WORKSPACE FOUNDATION?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4401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4401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2996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029967"/>
            <a:ext cx="514350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57275" y="243929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Tokens: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moneda de cambio. </a:t>
            </a:r>
            <a:r>
              <a:rPr b="1" i="0" lang="en-US" sz="15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1 token ≈ 4 caracteres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 Influye directamente en costos y límites.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81775" y="243929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Context Window: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"RAM" de la IA. Claude 3.5 maneja hasta </a:t>
            </a:r>
            <a:r>
              <a:rPr b="1" i="0" lang="en-US" sz="15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200k tokens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de contexto.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57275" y="432524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Temperature: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Control de entropía. </a:t>
            </a:r>
            <a:r>
              <a:rPr b="1" i="0" lang="en-US" sz="15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0 = Precisión/Código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; 1 = Creatividad/Brainstorming.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81775" y="432524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Prompt Engineering: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El contexto es el rey. A mayor detalle técnico, mejor será el output generado.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CONCEPTOS CORE DE IA PARA DEVS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22240"/>
            <a:ext cx="3365450" cy="183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922240"/>
            <a:ext cx="3365450" cy="183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22240"/>
            <a:ext cx="3365599" cy="183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057275" y="3217515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A: CLOUD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57275" y="361756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Anthropic (Recomendado), OpenAI o Gemini.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4248001"/>
            <a:ext cx="27749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MÁXIMA POTENCIA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08475" y="3217515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B: LOCAL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708475" y="361756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Ollama 100% offline. $0 costos, total privacidad de código.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708475" y="4248001"/>
            <a:ext cx="27749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PRIVACIDAD TOTAL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359675" y="3217515"/>
            <a:ext cx="291380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C: HÍBRIDO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59675" y="3617565"/>
            <a:ext cx="27750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Cloud como motor primario con local como fallback automático.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59675" y="4248001"/>
            <a:ext cx="277504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RESILIENCIA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DEL MOTOR DE IA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75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057275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57275" y="3695700"/>
            <a:ext cx="19335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CLI para generación de código, debugging y refactor profundo.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771900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771900" y="3695700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Interfaz multi-modelo para cambiar de IA según la tarea.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86525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GENTLE-AI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486525" y="3695700"/>
            <a:ext cx="19335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Asistente contextual que "entiende" la arquitectura del proyecto.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201150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GGA (GUARDIAN)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201150" y="3695700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Tu red de seguridad crítica en cada commit realizado.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TU TOOLBOX DE IA INTEGRADA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34517"/>
            <a:ext cx="50958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82242"/>
            <a:ext cx="50958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34767"/>
            <a:ext cx="50958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25167"/>
            <a:ext cx="50958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6334125" y="322986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Comando de emergencia (Solo excepciones):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62025" y="2534542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1. Git Commit: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El dev intenta subir código.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338226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2. Review IA: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GGA analiza lógica, estándares y seguridad.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62025" y="4534792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3. Feedback: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Aprobación o bloqueo con sugerencias.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GGA: EL PROCESO DE CODE REVIEW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51820"/>
            <a:ext cx="32004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3851820"/>
            <a:ext cx="32004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64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440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507474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"Métricas generadas sin intervención manual".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762000" y="3677468"/>
            <a:ext cx="1066800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819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480470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Prepara el entorno.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4157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DESARROLLO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495800" y="3804195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IA tools + Gentleman-Skills para patrones comunes.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1495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FINALIZE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229600" y="4480470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Genera métricas y limpia estado.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EL FLUJO DE TRABAJO DIARIO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29075"/>
            <a:ext cx="5143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029075"/>
            <a:ext cx="5143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38175"/>
            <a:ext cx="1066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95300" y="2066925"/>
            <a:ext cx="11201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NUNCA ENVÍES SECRETOS A LA IA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9150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Las llaves residen en </a:t>
            </a:r>
            <a:r>
              <a:rPr b="1" i="0" lang="en-US" sz="15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.env</a:t>
            </a: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(gitignored) y nunca salen de tu máquina.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095375" y="43243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BLOQUEADO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95375" y="47244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API Keys, tokens, PII (datos de usuarios), passwords.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19875" y="43243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PERMITIDO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19875" y="47244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Lógica de código, errores técnicos, estructuras JSON.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0205"/>
            <a:ext cx="50482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796855"/>
            <a:ext cx="50482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01242"/>
            <a:ext cx="50482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057275" y="2415480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CARPETA .AUDIT/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057275" y="281553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Registro local de actividad, tokens usados y archivos modificados.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57275" y="6092130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REPORTES SEMANALES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57275" y="6492180"/>
            <a:ext cx="4457700" cy="365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Resúmenes automáticos para Technical Leads sobre progreso y eficiencia.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81800" y="3201292"/>
            <a:ext cx="44605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PRIVACIDAD DE CÓDIGO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81800" y="3563242"/>
            <a:ext cx="4248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Solo se capturan metadatos de actividad para auditoría, nunca el contenido del código sensible o lógica de negocio propietaria.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AUDITORÍA Y TRANSPARENCIA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762000" y="2477392"/>
            <a:ext cx="10668000" cy="781050"/>
          </a:xfrm>
          <a:prstGeom prst="roundRect">
            <a:avLst>
              <a:gd fmla="val 14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3448942"/>
            <a:ext cx="10668000" cy="781050"/>
          </a:xfrm>
          <a:prstGeom prst="roundRect">
            <a:avLst>
              <a:gd fmla="val 14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4420492"/>
            <a:ext cx="10668000" cy="781050"/>
          </a:xfrm>
          <a:prstGeom prst="roundRect">
            <a:avLst>
              <a:gd fmla="val 14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1571625" y="2715517"/>
            <a:ext cx="7572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Alucinaciones: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IA asiste, el humano decide. Siempre validar el output generado.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571625" y="3687067"/>
            <a:ext cx="798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Vendor Lock-in: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Cambiamos de proveedor de IA simplemente editando un archivo .env.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533525" y="4658617"/>
            <a:ext cx="8296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Calidad: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GGA garantiza que la velocidad de la IA no degrade nuestros estándares técnicos.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72028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369183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663380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MITIGACIÓN DE RIESGOS TÉCNICOS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5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057275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&lt;15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057275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Minutos de Setup para cualquier proyecto.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771900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+25%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3771900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Incremento en velocidad de entrega.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486525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486525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Reducción drástica de bugs detectados.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9201150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DAILY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9201150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Uso activo de las herramientas Foundation.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LO QUE ESPERAMOS DE TI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64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40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/>
          <p:nvPr/>
        </p:nvSpPr>
        <p:spPr>
          <a:xfrm>
            <a:off x="762000" y="4020442"/>
            <a:ext cx="1066800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6819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ONBOARDING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62000" y="4378672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Configuración técnica de API Keys y Ollama local.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44157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PILOTO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4495800" y="4378672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Uso intensivo en proyectos clave y feedback de Champions.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81495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ROLLOUT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8229600" y="4378672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Despliegue global y optimización de habilidades (Skills).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ROADMAP DE IMPLEMENTACIÓN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495300" y="1415504"/>
            <a:ext cx="112014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¡LISTOS PARA EMPEZAR!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762000" y="4711154"/>
            <a:ext cx="10668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"LA INGENIERÍA DEL FUTURO SE CONSTRUYE CON IA, PERO SE VALIDA CON EXCELENCIA"</a:t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7013" y="2834729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057275" y="3330029"/>
            <a:ext cx="277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Link al Repositorio Central</a:t>
            </a:r>
            <a:endParaRPr/>
          </a:p>
        </p:txBody>
      </p:sp>
      <p:pic>
        <p:nvPicPr>
          <p:cNvPr descr="image.png" id="288" name="Google Shape;2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551" y="2834729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4708475" y="3330029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Lee TECHNICAL-ONBOARDING.md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5750" y="283472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8359675" y="3330029"/>
            <a:ext cx="27750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Run init-workspace.ps1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/>
          <p:nvPr/>
        </p:nvSpPr>
        <p:spPr>
          <a:xfrm>
            <a:off x="762000" y="2468909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762000" y="345177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62000" y="34422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762000" y="34422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762000" y="42270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762000" y="42270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174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1857375" y="2611784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https://img.freepik.com/premium-vector/futuristic-hexagon-pattern-with-dots-wavy-lines-dark-blue-background_618588-2393.jpg?semt=ais_hybrid&amp;w=740&amp;q=80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1857375" y="305559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306" name="Google Shape;30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01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1857375" y="359464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https://res.cloudinary.com/dlpitjizv/image/upload/v1751470519/impact/medium_20250630_OCP_Solutions_Cybersecurity_Compliance_Hero_T_2fe8fe08a1.jpg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1857375" y="384036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www.impactmybiz.com</a:t>
            </a:r>
            <a:endParaRPr/>
          </a:p>
        </p:txBody>
      </p:sp>
      <p:pic>
        <p:nvPicPr>
          <p:cNvPr descr="image.png" id="309" name="Google Shape;30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850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1857375" y="4379416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https://static.vecteezy.com/system/resources/previews/065/613/673/large_2x/glowing-neural-network-structure-artificial-intelligence-connections-orange-energy-flowing-within-blue-background-abstract-representation-of-computing-systems-photo.jpeg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1857375" y="482322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